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336" r:id="rId2"/>
    <p:sldId id="351" r:id="rId3"/>
    <p:sldId id="337" r:id="rId4"/>
    <p:sldId id="257" r:id="rId5"/>
    <p:sldId id="278" r:id="rId6"/>
    <p:sldId id="350" r:id="rId7"/>
    <p:sldId id="347" r:id="rId8"/>
    <p:sldId id="349" r:id="rId9"/>
    <p:sldId id="352" r:id="rId10"/>
    <p:sldId id="353" r:id="rId11"/>
    <p:sldId id="346" r:id="rId12"/>
    <p:sldId id="290" r:id="rId13"/>
    <p:sldId id="345" r:id="rId1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68" d="100"/>
          <a:sy n="68" d="100"/>
        </p:scale>
        <p:origin x="124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6434" name="Rectangle 2"/>
          <p:cNvSpPr>
            <a:spLocks noGrp="1" noChangeArrowheads="1"/>
          </p:cNvSpPr>
          <p:nvPr>
            <p:ph type="ctrTitle" sz="quarter"/>
          </p:nvPr>
        </p:nvSpPr>
        <p:spPr>
          <a:xfrm>
            <a:off x="685800" y="1676400"/>
            <a:ext cx="7772400" cy="1828800"/>
          </a:xfrm>
        </p:spPr>
        <p:txBody>
          <a:bodyPr/>
          <a:lstStyle>
            <a:lvl1pPr>
              <a:defRPr/>
            </a:lvl1pPr>
          </a:lstStyle>
          <a:p>
            <a:r>
              <a:rPr lang="en-US"/>
              <a:t>Click to edit Master title style</a:t>
            </a:r>
          </a:p>
        </p:txBody>
      </p:sp>
      <p:sp>
        <p:nvSpPr>
          <p:cNvPr id="146435" name="Rectangle 3"/>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a:extLst>
              <a:ext uri="{FF2B5EF4-FFF2-40B4-BE49-F238E27FC236}">
                <a16:creationId xmlns:a16="http://schemas.microsoft.com/office/drawing/2014/main" id="{324A7F23-E4AD-4CFC-9928-82A4E7B6E1C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67CA773-A05E-4AD6-AAA7-AACB93F38DC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CBE7DB2-E4CE-48E1-B769-8E2741D5DC2A}"/>
              </a:ext>
            </a:extLst>
          </p:cNvPr>
          <p:cNvSpPr>
            <a:spLocks noGrp="1" noChangeArrowheads="1"/>
          </p:cNvSpPr>
          <p:nvPr>
            <p:ph type="sldNum" sz="quarter" idx="12"/>
          </p:nvPr>
        </p:nvSpPr>
        <p:spPr>
          <a:ln/>
        </p:spPr>
        <p:txBody>
          <a:bodyPr/>
          <a:lstStyle>
            <a:lvl1pPr>
              <a:defRPr/>
            </a:lvl1pPr>
          </a:lstStyle>
          <a:p>
            <a:pPr>
              <a:defRPr/>
            </a:pPr>
            <a:fld id="{7D5B1056-4F13-4FDC-B690-423083334155}" type="slidenum">
              <a:rPr lang="en-US" altLang="en-US"/>
              <a:pPr>
                <a:defRPr/>
              </a:pPr>
              <a:t>‹#›</a:t>
            </a:fld>
            <a:endParaRPr lang="en-US" altLang="en-US"/>
          </a:p>
        </p:txBody>
      </p:sp>
    </p:spTree>
    <p:extLst>
      <p:ext uri="{BB962C8B-B14F-4D97-AF65-F5344CB8AC3E}">
        <p14:creationId xmlns:p14="http://schemas.microsoft.com/office/powerpoint/2010/main" val="1271733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7C9D6EA-DDBD-4876-8BE3-8FF33C721B9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04C1205-1179-4EEC-B43F-B146C5F643B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E1B0D25-D93E-4751-9244-AC024E5D5B5E}"/>
              </a:ext>
            </a:extLst>
          </p:cNvPr>
          <p:cNvSpPr>
            <a:spLocks noGrp="1" noChangeArrowheads="1"/>
          </p:cNvSpPr>
          <p:nvPr>
            <p:ph type="sldNum" sz="quarter" idx="12"/>
          </p:nvPr>
        </p:nvSpPr>
        <p:spPr>
          <a:ln/>
        </p:spPr>
        <p:txBody>
          <a:bodyPr/>
          <a:lstStyle>
            <a:lvl1pPr>
              <a:defRPr/>
            </a:lvl1pPr>
          </a:lstStyle>
          <a:p>
            <a:pPr>
              <a:defRPr/>
            </a:pPr>
            <a:fld id="{21FDC5C6-C52E-4AF6-B815-2918AE88AC8A}" type="slidenum">
              <a:rPr lang="en-US" altLang="en-US"/>
              <a:pPr>
                <a:defRPr/>
              </a:pPr>
              <a:t>‹#›</a:t>
            </a:fld>
            <a:endParaRPr lang="en-US" altLang="en-US"/>
          </a:p>
        </p:txBody>
      </p:sp>
    </p:spTree>
    <p:extLst>
      <p:ext uri="{BB962C8B-B14F-4D97-AF65-F5344CB8AC3E}">
        <p14:creationId xmlns:p14="http://schemas.microsoft.com/office/powerpoint/2010/main" val="4008646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DEDBA6C-24BA-4C26-A740-2A52C439753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FA6B7FF-F6BB-43D0-AAF8-84979A483F3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27C3F3A-2FD5-438D-89FC-40B202F5C91B}"/>
              </a:ext>
            </a:extLst>
          </p:cNvPr>
          <p:cNvSpPr>
            <a:spLocks noGrp="1" noChangeArrowheads="1"/>
          </p:cNvSpPr>
          <p:nvPr>
            <p:ph type="sldNum" sz="quarter" idx="12"/>
          </p:nvPr>
        </p:nvSpPr>
        <p:spPr>
          <a:ln/>
        </p:spPr>
        <p:txBody>
          <a:bodyPr/>
          <a:lstStyle>
            <a:lvl1pPr>
              <a:defRPr/>
            </a:lvl1pPr>
          </a:lstStyle>
          <a:p>
            <a:pPr>
              <a:defRPr/>
            </a:pPr>
            <a:fld id="{3FB7F03A-8AAE-43D7-B193-5CEFA42CF941}" type="slidenum">
              <a:rPr lang="en-US" altLang="en-US"/>
              <a:pPr>
                <a:defRPr/>
              </a:pPr>
              <a:t>‹#›</a:t>
            </a:fld>
            <a:endParaRPr lang="en-US" altLang="en-US"/>
          </a:p>
        </p:txBody>
      </p:sp>
    </p:spTree>
    <p:extLst>
      <p:ext uri="{BB962C8B-B14F-4D97-AF65-F5344CB8AC3E}">
        <p14:creationId xmlns:p14="http://schemas.microsoft.com/office/powerpoint/2010/main" val="210437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FA96D88-F076-497F-9B2A-FAC37B7C30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D600308-69DD-4814-99F6-D3AAD0CC29A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38996C0-5496-4D8D-A581-204B0DB6C252}"/>
              </a:ext>
            </a:extLst>
          </p:cNvPr>
          <p:cNvSpPr>
            <a:spLocks noGrp="1" noChangeArrowheads="1"/>
          </p:cNvSpPr>
          <p:nvPr>
            <p:ph type="sldNum" sz="quarter" idx="12"/>
          </p:nvPr>
        </p:nvSpPr>
        <p:spPr>
          <a:ln/>
        </p:spPr>
        <p:txBody>
          <a:bodyPr/>
          <a:lstStyle>
            <a:lvl1pPr>
              <a:defRPr/>
            </a:lvl1pPr>
          </a:lstStyle>
          <a:p>
            <a:pPr>
              <a:defRPr/>
            </a:pPr>
            <a:fld id="{888B6F20-50DD-46F5-85E8-499CE78661A9}" type="slidenum">
              <a:rPr lang="en-US" altLang="en-US"/>
              <a:pPr>
                <a:defRPr/>
              </a:pPr>
              <a:t>‹#›</a:t>
            </a:fld>
            <a:endParaRPr lang="en-US" altLang="en-US"/>
          </a:p>
        </p:txBody>
      </p:sp>
    </p:spTree>
    <p:extLst>
      <p:ext uri="{BB962C8B-B14F-4D97-AF65-F5344CB8AC3E}">
        <p14:creationId xmlns:p14="http://schemas.microsoft.com/office/powerpoint/2010/main" val="341008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D9E979C6-398B-475A-A71E-7DCF0217663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EBFC087-2199-40FB-A710-F029BF1781B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682E7E5E-E2C6-4941-9CD0-7D0E408CAB28}"/>
              </a:ext>
            </a:extLst>
          </p:cNvPr>
          <p:cNvSpPr>
            <a:spLocks noGrp="1" noChangeArrowheads="1"/>
          </p:cNvSpPr>
          <p:nvPr>
            <p:ph type="sldNum" sz="quarter" idx="12"/>
          </p:nvPr>
        </p:nvSpPr>
        <p:spPr>
          <a:ln/>
        </p:spPr>
        <p:txBody>
          <a:bodyPr/>
          <a:lstStyle>
            <a:lvl1pPr>
              <a:defRPr/>
            </a:lvl1pPr>
          </a:lstStyle>
          <a:p>
            <a:pPr>
              <a:defRPr/>
            </a:pPr>
            <a:fld id="{FA4BC900-AA2C-4B68-950B-D77D61409325}" type="slidenum">
              <a:rPr lang="en-US" altLang="en-US"/>
              <a:pPr>
                <a:defRPr/>
              </a:pPr>
              <a:t>‹#›</a:t>
            </a:fld>
            <a:endParaRPr lang="en-US" altLang="en-US"/>
          </a:p>
        </p:txBody>
      </p:sp>
    </p:spTree>
    <p:extLst>
      <p:ext uri="{BB962C8B-B14F-4D97-AF65-F5344CB8AC3E}">
        <p14:creationId xmlns:p14="http://schemas.microsoft.com/office/powerpoint/2010/main" val="4287109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A80912A8-AE03-4650-84A2-6092BF41957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9980FE1-A799-46DD-B2F7-29106EBF86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8B6C9C3-B41B-4CB1-8DCB-246A3AC37C98}"/>
              </a:ext>
            </a:extLst>
          </p:cNvPr>
          <p:cNvSpPr>
            <a:spLocks noGrp="1" noChangeArrowheads="1"/>
          </p:cNvSpPr>
          <p:nvPr>
            <p:ph type="sldNum" sz="quarter" idx="12"/>
          </p:nvPr>
        </p:nvSpPr>
        <p:spPr>
          <a:ln/>
        </p:spPr>
        <p:txBody>
          <a:bodyPr/>
          <a:lstStyle>
            <a:lvl1pPr>
              <a:defRPr/>
            </a:lvl1pPr>
          </a:lstStyle>
          <a:p>
            <a:pPr>
              <a:defRPr/>
            </a:pPr>
            <a:fld id="{9C31ED61-A0BF-4380-A63E-C777A15F0134}" type="slidenum">
              <a:rPr lang="en-US" altLang="en-US"/>
              <a:pPr>
                <a:defRPr/>
              </a:pPr>
              <a:t>‹#›</a:t>
            </a:fld>
            <a:endParaRPr lang="en-US" altLang="en-US"/>
          </a:p>
        </p:txBody>
      </p:sp>
    </p:spTree>
    <p:extLst>
      <p:ext uri="{BB962C8B-B14F-4D97-AF65-F5344CB8AC3E}">
        <p14:creationId xmlns:p14="http://schemas.microsoft.com/office/powerpoint/2010/main" val="1503724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095FFDE-6046-41C2-9D3F-4C27DB6586E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3956941-37BB-423A-A90F-AD28F01CD0E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1C11800-23A8-4631-9D8D-433C21DB92B6}"/>
              </a:ext>
            </a:extLst>
          </p:cNvPr>
          <p:cNvSpPr>
            <a:spLocks noGrp="1" noChangeArrowheads="1"/>
          </p:cNvSpPr>
          <p:nvPr>
            <p:ph type="sldNum" sz="quarter" idx="12"/>
          </p:nvPr>
        </p:nvSpPr>
        <p:spPr>
          <a:ln/>
        </p:spPr>
        <p:txBody>
          <a:bodyPr/>
          <a:lstStyle>
            <a:lvl1pPr>
              <a:defRPr/>
            </a:lvl1pPr>
          </a:lstStyle>
          <a:p>
            <a:pPr>
              <a:defRPr/>
            </a:pPr>
            <a:fld id="{57D7EB7C-F164-463B-81D7-A13F00C5953A}" type="slidenum">
              <a:rPr lang="en-US" altLang="en-US"/>
              <a:pPr>
                <a:defRPr/>
              </a:pPr>
              <a:t>‹#›</a:t>
            </a:fld>
            <a:endParaRPr lang="en-US" altLang="en-US"/>
          </a:p>
        </p:txBody>
      </p:sp>
    </p:spTree>
    <p:extLst>
      <p:ext uri="{BB962C8B-B14F-4D97-AF65-F5344CB8AC3E}">
        <p14:creationId xmlns:p14="http://schemas.microsoft.com/office/powerpoint/2010/main" val="4111401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57D1110-CB2B-4657-970E-21FBC681743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7199509-8614-4939-86F1-A06262C2E1A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100F0F5-154C-4CB5-8992-89B1D3A8EE56}"/>
              </a:ext>
            </a:extLst>
          </p:cNvPr>
          <p:cNvSpPr>
            <a:spLocks noGrp="1" noChangeArrowheads="1"/>
          </p:cNvSpPr>
          <p:nvPr>
            <p:ph type="sldNum" sz="quarter" idx="12"/>
          </p:nvPr>
        </p:nvSpPr>
        <p:spPr>
          <a:ln/>
        </p:spPr>
        <p:txBody>
          <a:bodyPr/>
          <a:lstStyle>
            <a:lvl1pPr>
              <a:defRPr/>
            </a:lvl1pPr>
          </a:lstStyle>
          <a:p>
            <a:pPr>
              <a:defRPr/>
            </a:pPr>
            <a:fld id="{C66B1017-1E2F-4259-8C90-2AF24FF01FDA}" type="slidenum">
              <a:rPr lang="en-US" altLang="en-US"/>
              <a:pPr>
                <a:defRPr/>
              </a:pPr>
              <a:t>‹#›</a:t>
            </a:fld>
            <a:endParaRPr lang="en-US" altLang="en-US"/>
          </a:p>
        </p:txBody>
      </p:sp>
    </p:spTree>
    <p:extLst>
      <p:ext uri="{BB962C8B-B14F-4D97-AF65-F5344CB8AC3E}">
        <p14:creationId xmlns:p14="http://schemas.microsoft.com/office/powerpoint/2010/main" val="540095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F8F7CAE-3593-40F3-8BD8-CC72F6AE8D8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A760F8D-31B3-4336-AE30-E3C7DAA9B9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0B54284-0930-4115-8842-65FDB67EA15A}"/>
              </a:ext>
            </a:extLst>
          </p:cNvPr>
          <p:cNvSpPr>
            <a:spLocks noGrp="1" noChangeArrowheads="1"/>
          </p:cNvSpPr>
          <p:nvPr>
            <p:ph type="sldNum" sz="quarter" idx="12"/>
          </p:nvPr>
        </p:nvSpPr>
        <p:spPr>
          <a:ln/>
        </p:spPr>
        <p:txBody>
          <a:bodyPr/>
          <a:lstStyle>
            <a:lvl1pPr>
              <a:defRPr/>
            </a:lvl1pPr>
          </a:lstStyle>
          <a:p>
            <a:pPr>
              <a:defRPr/>
            </a:pPr>
            <a:fld id="{9A2BE26C-5B71-40ED-92F4-EABC354BA550}" type="slidenum">
              <a:rPr lang="en-US" altLang="en-US"/>
              <a:pPr>
                <a:defRPr/>
              </a:pPr>
              <a:t>‹#›</a:t>
            </a:fld>
            <a:endParaRPr lang="en-US" altLang="en-US"/>
          </a:p>
        </p:txBody>
      </p:sp>
    </p:spTree>
    <p:extLst>
      <p:ext uri="{BB962C8B-B14F-4D97-AF65-F5344CB8AC3E}">
        <p14:creationId xmlns:p14="http://schemas.microsoft.com/office/powerpoint/2010/main" val="2015254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B1A6513-B131-49B7-A0B5-93D37787BF2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0E267E1-7B14-4DDF-A12B-2D381BF2993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36327F2-9C2A-475A-8083-386493F20CD0}"/>
              </a:ext>
            </a:extLst>
          </p:cNvPr>
          <p:cNvSpPr>
            <a:spLocks noGrp="1" noChangeArrowheads="1"/>
          </p:cNvSpPr>
          <p:nvPr>
            <p:ph type="sldNum" sz="quarter" idx="12"/>
          </p:nvPr>
        </p:nvSpPr>
        <p:spPr>
          <a:ln/>
        </p:spPr>
        <p:txBody>
          <a:bodyPr/>
          <a:lstStyle>
            <a:lvl1pPr>
              <a:defRPr/>
            </a:lvl1pPr>
          </a:lstStyle>
          <a:p>
            <a:pPr>
              <a:defRPr/>
            </a:pPr>
            <a:fld id="{C61079AB-947F-4F91-8617-D81805E880FB}" type="slidenum">
              <a:rPr lang="en-US" altLang="en-US"/>
              <a:pPr>
                <a:defRPr/>
              </a:pPr>
              <a:t>‹#›</a:t>
            </a:fld>
            <a:endParaRPr lang="en-US" altLang="en-US"/>
          </a:p>
        </p:txBody>
      </p:sp>
    </p:spTree>
    <p:extLst>
      <p:ext uri="{BB962C8B-B14F-4D97-AF65-F5344CB8AC3E}">
        <p14:creationId xmlns:p14="http://schemas.microsoft.com/office/powerpoint/2010/main" val="1437513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941BD8D-DC9A-4B17-A0FA-F5D7BC96F24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ACBEEFE-F7E6-45BC-ACB3-4F0E9780792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4737520-D86A-4DF9-9589-8B9DCD619E36}"/>
              </a:ext>
            </a:extLst>
          </p:cNvPr>
          <p:cNvSpPr>
            <a:spLocks noGrp="1" noChangeArrowheads="1"/>
          </p:cNvSpPr>
          <p:nvPr>
            <p:ph type="sldNum" sz="quarter" idx="12"/>
          </p:nvPr>
        </p:nvSpPr>
        <p:spPr>
          <a:ln/>
        </p:spPr>
        <p:txBody>
          <a:bodyPr/>
          <a:lstStyle>
            <a:lvl1pPr>
              <a:defRPr/>
            </a:lvl1pPr>
          </a:lstStyle>
          <a:p>
            <a:pPr>
              <a:defRPr/>
            </a:pPr>
            <a:fld id="{0134A9B8-C68B-4261-8083-0B1B8F846AC2}" type="slidenum">
              <a:rPr lang="en-US" altLang="en-US"/>
              <a:pPr>
                <a:defRPr/>
              </a:pPr>
              <a:t>‹#›</a:t>
            </a:fld>
            <a:endParaRPr lang="en-US" altLang="en-US"/>
          </a:p>
        </p:txBody>
      </p:sp>
    </p:spTree>
    <p:extLst>
      <p:ext uri="{BB962C8B-B14F-4D97-AF65-F5344CB8AC3E}">
        <p14:creationId xmlns:p14="http://schemas.microsoft.com/office/powerpoint/2010/main" val="378466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38E45DA1-20C6-4602-9453-B8BA1D1191CE}"/>
              </a:ext>
            </a:extLst>
          </p:cNvPr>
          <p:cNvSpPr>
            <a:spLocks noGrp="1" noChangeArrowheads="1"/>
          </p:cNvSpPr>
          <p:nvPr>
            <p:ph type="title"/>
          </p:nvPr>
        </p:nvSpPr>
        <p:spPr bwMode="auto">
          <a:xfrm>
            <a:off x="457200" y="381000"/>
            <a:ext cx="8229600" cy="1371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45411" name="Rectangle 3">
            <a:extLst>
              <a:ext uri="{FF2B5EF4-FFF2-40B4-BE49-F238E27FC236}">
                <a16:creationId xmlns:a16="http://schemas.microsoft.com/office/drawing/2014/main" id="{FDBD981D-EFEB-47C2-810B-3A5EDB2F1E69}"/>
              </a:ext>
            </a:extLst>
          </p:cNvPr>
          <p:cNvSpPr>
            <a:spLocks noGrp="1" noChangeArrowheads="1"/>
          </p:cNvSpPr>
          <p:nvPr>
            <p:ph type="body" idx="1"/>
          </p:nvPr>
        </p:nvSpPr>
        <p:spPr bwMode="auto">
          <a:xfrm>
            <a:off x="457200" y="1981200"/>
            <a:ext cx="82296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5412" name="Rectangle 4">
            <a:extLst>
              <a:ext uri="{FF2B5EF4-FFF2-40B4-BE49-F238E27FC236}">
                <a16:creationId xmlns:a16="http://schemas.microsoft.com/office/drawing/2014/main" id="{5CE95BA7-866B-4F4E-901C-B2873792485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latin typeface="Arial" charset="0"/>
              </a:defRPr>
            </a:lvl1pPr>
          </a:lstStyle>
          <a:p>
            <a:pPr>
              <a:defRPr/>
            </a:pPr>
            <a:endParaRPr lang="en-US"/>
          </a:p>
        </p:txBody>
      </p:sp>
      <p:sp>
        <p:nvSpPr>
          <p:cNvPr id="145413" name="Rectangle 5">
            <a:extLst>
              <a:ext uri="{FF2B5EF4-FFF2-40B4-BE49-F238E27FC236}">
                <a16:creationId xmlns:a16="http://schemas.microsoft.com/office/drawing/2014/main" id="{1FB4C2E3-3096-48E2-80C5-F512FE85DB88}"/>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pPr>
              <a:defRPr/>
            </a:pPr>
            <a:endParaRPr lang="en-US"/>
          </a:p>
        </p:txBody>
      </p:sp>
      <p:sp>
        <p:nvSpPr>
          <p:cNvPr id="145414" name="Rectangle 6">
            <a:extLst>
              <a:ext uri="{FF2B5EF4-FFF2-40B4-BE49-F238E27FC236}">
                <a16:creationId xmlns:a16="http://schemas.microsoft.com/office/drawing/2014/main" id="{FA4E626C-203D-446C-9DBC-EC4D3A2DF2D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latin typeface="Arial" panose="020B0604020202020204" pitchFamily="34" charset="0"/>
              </a:defRPr>
            </a:lvl1pPr>
          </a:lstStyle>
          <a:p>
            <a:pPr>
              <a:defRPr/>
            </a:pPr>
            <a:fld id="{30BA2522-1773-406D-80A9-7EAD01E6459B}" type="slidenum">
              <a:rPr lang="en-US" altLang="en-US"/>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9pPr>
    </p:titleStyle>
    <p:bodyStyle>
      <a:lvl1pPr marL="342900" indent="-342900" algn="l" rtl="0" eaLnBrk="0" fontAlgn="base" hangingPunct="0">
        <a:spcBef>
          <a:spcPct val="20000"/>
        </a:spcBef>
        <a:spcAft>
          <a:spcPct val="0"/>
        </a:spcAft>
        <a:buClr>
          <a:schemeClr val="hlink"/>
        </a:buClr>
        <a:buSzPct val="65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65000"/>
        <a:buFont typeface="Wingdings" panose="05000000000000000000"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descr="t3">
            <a:extLst>
              <a:ext uri="{FF2B5EF4-FFF2-40B4-BE49-F238E27FC236}">
                <a16:creationId xmlns:a16="http://schemas.microsoft.com/office/drawing/2014/main" id="{2BC71574-2AC1-4B7D-9DE8-CE3626DCB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2E638D5-8633-4BE7-9063-9107FB345279}"/>
              </a:ext>
            </a:extLst>
          </p:cNvPr>
          <p:cNvSpPr>
            <a:spLocks noGrp="1" noChangeArrowheads="1"/>
          </p:cNvSpPr>
          <p:nvPr>
            <p:ph type="ctrTitle"/>
          </p:nvPr>
        </p:nvSpPr>
        <p:spPr>
          <a:xfrm>
            <a:off x="228600" y="457200"/>
            <a:ext cx="8686800" cy="762000"/>
          </a:xfrm>
        </p:spPr>
        <p:txBody>
          <a:bodyPr anchor="t"/>
          <a:lstStyle/>
          <a:p>
            <a:pPr eaLnBrk="1" hangingPunct="1">
              <a:defRPr/>
            </a:pPr>
            <a:r>
              <a:rPr lang="en-US" b="1" dirty="0">
                <a:effectLst/>
              </a:rPr>
              <a:t>Virtual University Campus Event Management System (VUCEMS) </a:t>
            </a:r>
            <a:endParaRPr lang="en-US" sz="3800" dirty="0"/>
          </a:p>
        </p:txBody>
      </p:sp>
      <p:pic>
        <p:nvPicPr>
          <p:cNvPr id="3075" name="Picture 6">
            <a:extLst>
              <a:ext uri="{FF2B5EF4-FFF2-40B4-BE49-F238E27FC236}">
                <a16:creationId xmlns:a16="http://schemas.microsoft.com/office/drawing/2014/main" id="{0E4B2C5C-AD30-4198-B374-19F3B83BB3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0463" y="5257800"/>
            <a:ext cx="1862137"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FF97D062-E1AD-45A5-A031-C65671F95993}"/>
              </a:ext>
            </a:extLst>
          </p:cNvPr>
          <p:cNvSpPr txBox="1">
            <a:spLocks noChangeArrowheads="1"/>
          </p:cNvSpPr>
          <p:nvPr/>
        </p:nvSpPr>
        <p:spPr bwMode="auto">
          <a:xfrm>
            <a:off x="381000" y="2617788"/>
            <a:ext cx="8343900" cy="2335212"/>
          </a:xfrm>
          <a:prstGeom prst="rect">
            <a:avLst/>
          </a:prstGeom>
          <a:noFill/>
          <a:ln w="9525">
            <a:noFill/>
            <a:miter lim="800000"/>
            <a:headEnd/>
            <a:tailEnd/>
          </a:ln>
          <a:effectLst/>
        </p:spPr>
        <p:txBody>
          <a:bodyP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9pPr>
          </a:lstStyle>
          <a:p>
            <a:pPr eaLnBrk="1" hangingPunct="1">
              <a:defRPr/>
            </a:pPr>
            <a:r>
              <a:rPr lang="en-US" sz="4600" kern="0" dirty="0"/>
              <a:t>CS519</a:t>
            </a:r>
          </a:p>
          <a:p>
            <a:pPr eaLnBrk="1" hangingPunct="1">
              <a:defRPr/>
            </a:pPr>
            <a:r>
              <a:rPr lang="en-US" sz="4600" kern="0" dirty="0"/>
              <a:t>Associate Degree Program (ADP)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C4BA8821-49EB-4F13-BF2B-93DA9DDEA10B}"/>
              </a:ext>
            </a:extLst>
          </p:cNvPr>
          <p:cNvSpPr>
            <a:spLocks noGrp="1" noChangeArrowheads="1"/>
          </p:cNvSpPr>
          <p:nvPr>
            <p:ph type="title"/>
          </p:nvPr>
        </p:nvSpPr>
        <p:spPr/>
        <p:txBody>
          <a:bodyPr/>
          <a:lstStyle/>
          <a:p>
            <a:pPr eaLnBrk="1" hangingPunct="1">
              <a:defRPr/>
            </a:pPr>
            <a:r>
              <a:rPr lang="en-US" sz="5900" dirty="0"/>
              <a:t>Introduction</a:t>
            </a:r>
          </a:p>
        </p:txBody>
      </p:sp>
      <p:sp>
        <p:nvSpPr>
          <p:cNvPr id="135171" name="Rectangle 3">
            <a:extLst>
              <a:ext uri="{FF2B5EF4-FFF2-40B4-BE49-F238E27FC236}">
                <a16:creationId xmlns:a16="http://schemas.microsoft.com/office/drawing/2014/main" id="{139DC7B1-9927-4678-976F-2E39D21B99EA}"/>
              </a:ext>
            </a:extLst>
          </p:cNvPr>
          <p:cNvSpPr>
            <a:spLocks noGrp="1" noChangeArrowheads="1"/>
          </p:cNvSpPr>
          <p:nvPr>
            <p:ph type="body" idx="1"/>
          </p:nvPr>
        </p:nvSpPr>
        <p:spPr>
          <a:xfrm>
            <a:off x="533400" y="2514600"/>
            <a:ext cx="8153400" cy="2259080"/>
          </a:xfrm>
        </p:spPr>
        <p:txBody>
          <a:bodyPr>
            <a:spAutoFit/>
          </a:bodyPr>
          <a:lstStyle/>
          <a:p>
            <a:r>
              <a:rPr lang="en-US" dirty="0">
                <a:effectLst/>
              </a:rPr>
              <a:t>Name: MAZHAR JAVED</a:t>
            </a:r>
            <a:endParaRPr lang="en-US" dirty="0">
              <a:effectLst/>
            </a:endParaRPr>
          </a:p>
          <a:p>
            <a:r>
              <a:rPr lang="en-US" dirty="0" smtClean="0">
                <a:effectLst/>
              </a:rPr>
              <a:t>VU ID</a:t>
            </a:r>
            <a:r>
              <a:rPr lang="en-US" dirty="0" smtClean="0">
                <a:effectLst/>
              </a:rPr>
              <a:t>: </a:t>
            </a:r>
            <a:r>
              <a:rPr lang="en-US" dirty="0">
                <a:effectLst/>
              </a:rPr>
              <a:t>BC230401227</a:t>
            </a:r>
            <a:endParaRPr lang="en-US" dirty="0" smtClean="0">
              <a:effectLst/>
            </a:endParaRPr>
          </a:p>
          <a:p>
            <a:r>
              <a:rPr lang="en-US" dirty="0" smtClean="0">
                <a:effectLst/>
              </a:rPr>
              <a:t>Supervisor </a:t>
            </a:r>
            <a:r>
              <a:rPr lang="en-US" dirty="0">
                <a:effectLst/>
              </a:rPr>
              <a:t>Name </a:t>
            </a:r>
            <a:r>
              <a:rPr lang="en-US" dirty="0" smtClean="0">
                <a:effectLst/>
              </a:rPr>
              <a:t>: Hafiz </a:t>
            </a:r>
            <a:r>
              <a:rPr lang="en-US" dirty="0">
                <a:effectLst/>
              </a:rPr>
              <a:t>Muhammad </a:t>
            </a:r>
            <a:r>
              <a:rPr lang="en-US" dirty="0" err="1">
                <a:effectLst/>
              </a:rPr>
              <a:t>Azeem</a:t>
            </a:r>
            <a:r>
              <a:rPr lang="en-US" dirty="0">
                <a:effectLst/>
              </a:rPr>
              <a:t> </a:t>
            </a:r>
            <a:r>
              <a:rPr lang="en-US" dirty="0" err="1">
                <a:effectLst/>
              </a:rPr>
              <a:t>Sarwar</a:t>
            </a:r>
            <a:endParaRPr lang="en-US" dirty="0">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D439DA79-5B05-440C-B99A-3F1190B64AE4}"/>
              </a:ext>
            </a:extLst>
          </p:cNvPr>
          <p:cNvSpPr>
            <a:spLocks noGrp="1" noChangeArrowheads="1"/>
          </p:cNvSpPr>
          <p:nvPr>
            <p:ph type="ctrTitle"/>
          </p:nvPr>
        </p:nvSpPr>
        <p:spPr>
          <a:xfrm>
            <a:off x="762000" y="-152400"/>
            <a:ext cx="7772400" cy="1828800"/>
          </a:xfrm>
        </p:spPr>
        <p:txBody>
          <a:bodyPr/>
          <a:lstStyle/>
          <a:p>
            <a:pPr eaLnBrk="1" hangingPunct="1">
              <a:defRPr/>
            </a:pPr>
            <a:r>
              <a:rPr lang="en-US" sz="4800" dirty="0"/>
              <a:t>INTRODUCTION OF PROJECT</a:t>
            </a:r>
            <a:endParaRPr lang="en-US" sz="4000" dirty="0"/>
          </a:p>
        </p:txBody>
      </p:sp>
      <p:sp>
        <p:nvSpPr>
          <p:cNvPr id="9221" name="Rectangle 5">
            <a:extLst>
              <a:ext uri="{FF2B5EF4-FFF2-40B4-BE49-F238E27FC236}">
                <a16:creationId xmlns:a16="http://schemas.microsoft.com/office/drawing/2014/main" id="{A4AA85D8-FDAC-49A3-A8F3-5A34E7105A26}"/>
              </a:ext>
            </a:extLst>
          </p:cNvPr>
          <p:cNvSpPr>
            <a:spLocks noGrp="1" noChangeArrowheads="1"/>
          </p:cNvSpPr>
          <p:nvPr>
            <p:ph type="subTitle" idx="1"/>
          </p:nvPr>
        </p:nvSpPr>
        <p:spPr/>
        <p:txBody>
          <a:bodyPr/>
          <a:lstStyle/>
          <a:p>
            <a:pPr eaLnBrk="1" hangingPunct="1">
              <a:defRPr/>
            </a:pPr>
            <a:r>
              <a:rPr lang="en-US"/>
              <a:t> </a:t>
            </a:r>
          </a:p>
        </p:txBody>
      </p:sp>
      <p:pic>
        <p:nvPicPr>
          <p:cNvPr id="5124" name="Picture 8">
            <a:extLst>
              <a:ext uri="{FF2B5EF4-FFF2-40B4-BE49-F238E27FC236}">
                <a16:creationId xmlns:a16="http://schemas.microsoft.com/office/drawing/2014/main" id="{7B698052-ABAC-440B-9B3B-6798FE9A4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6305550"/>
            <a:ext cx="8382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Text Box 9">
            <a:extLst>
              <a:ext uri="{FF2B5EF4-FFF2-40B4-BE49-F238E27FC236}">
                <a16:creationId xmlns:a16="http://schemas.microsoft.com/office/drawing/2014/main" id="{1C22BB97-6CC1-486B-A265-2A447F7CE8A3}"/>
              </a:ext>
            </a:extLst>
          </p:cNvPr>
          <p:cNvSpPr txBox="1">
            <a:spLocks noChangeArrowheads="1"/>
          </p:cNvSpPr>
          <p:nvPr/>
        </p:nvSpPr>
        <p:spPr bwMode="auto">
          <a:xfrm>
            <a:off x="876300" y="1524000"/>
            <a:ext cx="75438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r>
              <a:rPr lang="en-US" sz="2400" dirty="0"/>
              <a:t>The Virtual University Campus Event Management System (VUCEMS) is a web-based application designed to make managing university events easy and organized. It provides a central platform for students, faculty, and administrators to interact with events such as webinars, workshops, seminars, and cultural programs. Faculty and staff can create, update, and manage events, while students can view, search, and register for them. The system also handles notifications, event feedback, and reporting. By automating these processes, VUCEMS improves event visibility, encourages student participation, and reduces manual work in event coordination at the Virtual University of Pakistan.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551E965-CA8F-404A-9B22-1D7AA11188BB}"/>
              </a:ext>
            </a:extLst>
          </p:cNvPr>
          <p:cNvSpPr>
            <a:spLocks noGrp="1" noChangeArrowheads="1"/>
          </p:cNvSpPr>
          <p:nvPr>
            <p:ph type="title"/>
          </p:nvPr>
        </p:nvSpPr>
        <p:spPr/>
        <p:txBody>
          <a:bodyPr/>
          <a:lstStyle/>
          <a:p>
            <a:pPr eaLnBrk="1" hangingPunct="1">
              <a:defRPr/>
            </a:pPr>
            <a:r>
              <a:rPr lang="en-US"/>
              <a:t>Project Schedule</a:t>
            </a:r>
          </a:p>
        </p:txBody>
      </p:sp>
      <p:sp>
        <p:nvSpPr>
          <p:cNvPr id="6148" name="Rectangle 5">
            <a:extLst>
              <a:ext uri="{FF2B5EF4-FFF2-40B4-BE49-F238E27FC236}">
                <a16:creationId xmlns:a16="http://schemas.microsoft.com/office/drawing/2014/main" id="{912A45F5-163A-495F-956D-B24C7FEE38F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pic>
        <p:nvPicPr>
          <p:cNvPr id="5" name="Picture 4" descr="C:\Users\arsla\Downloads\ChatGPT Image Nov 20, 2025, 01_05_46 AM.png"/>
          <p:cNvPicPr/>
          <p:nvPr/>
        </p:nvPicPr>
        <p:blipFill rotWithShape="1">
          <a:blip r:embed="rId2" cstate="print">
            <a:extLst>
              <a:ext uri="{28A0092B-C50C-407E-A947-70E740481C1C}">
                <a14:useLocalDpi xmlns:a14="http://schemas.microsoft.com/office/drawing/2010/main" val="0"/>
              </a:ext>
            </a:extLst>
          </a:blip>
          <a:srcRect t="22994" b="14506"/>
          <a:stretch/>
        </p:blipFill>
        <p:spPr bwMode="auto">
          <a:xfrm>
            <a:off x="1888172" y="2310765"/>
            <a:ext cx="5367655" cy="2236470"/>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0333-56CB-45F3-BCD4-75BC37502E29}"/>
              </a:ext>
            </a:extLst>
          </p:cNvPr>
          <p:cNvSpPr>
            <a:spLocks noGrp="1"/>
          </p:cNvSpPr>
          <p:nvPr>
            <p:ph type="title"/>
          </p:nvPr>
        </p:nvSpPr>
        <p:spPr>
          <a:xfrm>
            <a:off x="457200" y="-228600"/>
            <a:ext cx="8229600" cy="1371600"/>
          </a:xfrm>
        </p:spPr>
        <p:txBody>
          <a:bodyPr/>
          <a:lstStyle/>
          <a:p>
            <a:pPr>
              <a:defRPr/>
            </a:pPr>
            <a:r>
              <a:rPr lang="en-US" dirty="0"/>
              <a:t>Use Case Diagram</a:t>
            </a: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485900" y="914400"/>
            <a:ext cx="6172200" cy="59687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E51E1-0CA1-4DBE-B2CA-312F4C422027}"/>
              </a:ext>
            </a:extLst>
          </p:cNvPr>
          <p:cNvSpPr>
            <a:spLocks noGrp="1"/>
          </p:cNvSpPr>
          <p:nvPr>
            <p:ph type="title"/>
          </p:nvPr>
        </p:nvSpPr>
        <p:spPr>
          <a:xfrm>
            <a:off x="381000" y="-228600"/>
            <a:ext cx="8229600" cy="1371600"/>
          </a:xfrm>
        </p:spPr>
        <p:txBody>
          <a:bodyPr/>
          <a:lstStyle/>
          <a:p>
            <a:pPr>
              <a:defRPr/>
            </a:pPr>
            <a:r>
              <a:rPr lang="en-US" dirty="0"/>
              <a:t>Entity-Relationship Diagram</a:t>
            </a: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14400" y="914400"/>
            <a:ext cx="7848600" cy="5486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10F0E-2220-4F53-A559-329BE37211F7}"/>
              </a:ext>
            </a:extLst>
          </p:cNvPr>
          <p:cNvSpPr>
            <a:spLocks noGrp="1"/>
          </p:cNvSpPr>
          <p:nvPr>
            <p:ph type="title"/>
          </p:nvPr>
        </p:nvSpPr>
        <p:spPr>
          <a:xfrm>
            <a:off x="457200" y="-304800"/>
            <a:ext cx="8229600" cy="1371600"/>
          </a:xfrm>
        </p:spPr>
        <p:txBody>
          <a:bodyPr/>
          <a:lstStyle/>
          <a:p>
            <a:pPr>
              <a:defRPr/>
            </a:pPr>
            <a:r>
              <a:rPr lang="en-US" dirty="0"/>
              <a:t>Relational Schema</a:t>
            </a: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485900" y="829310"/>
            <a:ext cx="6172200" cy="59524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98E233F2-EC55-4E5C-A2BB-CE895A6FBB5D}"/>
              </a:ext>
            </a:extLst>
          </p:cNvPr>
          <p:cNvSpPr>
            <a:spLocks noGrp="1" noChangeArrowheads="1"/>
          </p:cNvSpPr>
          <p:nvPr>
            <p:ph type="ctrTitle"/>
          </p:nvPr>
        </p:nvSpPr>
        <p:spPr>
          <a:xfrm>
            <a:off x="609600" y="152400"/>
            <a:ext cx="7772400" cy="838200"/>
          </a:xfrm>
        </p:spPr>
        <p:txBody>
          <a:bodyPr/>
          <a:lstStyle/>
          <a:p>
            <a:pPr eaLnBrk="1" hangingPunct="1">
              <a:defRPr/>
            </a:pPr>
            <a:r>
              <a:rPr lang="en-US" sz="4000" dirty="0"/>
              <a:t>User Interfaces</a:t>
            </a:r>
          </a:p>
        </p:txBody>
      </p:sp>
      <p:pic>
        <p:nvPicPr>
          <p:cNvPr id="4" name="Picture 3" descr="2"/>
          <p:cNvPicPr/>
          <p:nvPr/>
        </p:nvPicPr>
        <p:blipFill>
          <a:blip r:embed="rId2">
            <a:extLst>
              <a:ext uri="{28A0092B-C50C-407E-A947-70E740481C1C}">
                <a14:useLocalDpi xmlns:a14="http://schemas.microsoft.com/office/drawing/2010/main" val="0"/>
              </a:ext>
            </a:extLst>
          </a:blip>
          <a:srcRect/>
          <a:stretch>
            <a:fillRect/>
          </a:stretch>
        </p:blipFill>
        <p:spPr bwMode="auto">
          <a:xfrm>
            <a:off x="2519362" y="1471612"/>
            <a:ext cx="4105275" cy="3914775"/>
          </a:xfrm>
          <a:prstGeom prst="rect">
            <a:avLst/>
          </a:prstGeom>
          <a:noFill/>
          <a:ln>
            <a:noFill/>
          </a:ln>
        </p:spPr>
      </p:pic>
    </p:spTree>
    <p:extLst>
      <p:ext uri="{BB962C8B-B14F-4D97-AF65-F5344CB8AC3E}">
        <p14:creationId xmlns:p14="http://schemas.microsoft.com/office/powerpoint/2010/main" val="17561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98E233F2-EC55-4E5C-A2BB-CE895A6FBB5D}"/>
              </a:ext>
            </a:extLst>
          </p:cNvPr>
          <p:cNvSpPr>
            <a:spLocks noGrp="1" noChangeArrowheads="1"/>
          </p:cNvSpPr>
          <p:nvPr>
            <p:ph type="ctrTitle"/>
          </p:nvPr>
        </p:nvSpPr>
        <p:spPr>
          <a:xfrm>
            <a:off x="609600" y="152400"/>
            <a:ext cx="7772400" cy="838200"/>
          </a:xfrm>
        </p:spPr>
        <p:txBody>
          <a:bodyPr/>
          <a:lstStyle/>
          <a:p>
            <a:pPr eaLnBrk="1" hangingPunct="1">
              <a:defRPr/>
            </a:pPr>
            <a:r>
              <a:rPr lang="en-US" sz="4000" dirty="0"/>
              <a:t>User Interfaces</a:t>
            </a:r>
          </a:p>
        </p:txBody>
      </p:sp>
      <p:pic>
        <p:nvPicPr>
          <p:cNvPr id="4" name="Picture 3" descr="1"/>
          <p:cNvPicPr/>
          <p:nvPr/>
        </p:nvPicPr>
        <p:blipFill>
          <a:blip r:embed="rId2">
            <a:extLst>
              <a:ext uri="{28A0092B-C50C-407E-A947-70E740481C1C}">
                <a14:useLocalDpi xmlns:a14="http://schemas.microsoft.com/office/drawing/2010/main" val="0"/>
              </a:ext>
            </a:extLst>
          </a:blip>
          <a:srcRect/>
          <a:stretch>
            <a:fillRect/>
          </a:stretch>
        </p:blipFill>
        <p:spPr bwMode="auto">
          <a:xfrm>
            <a:off x="2624137" y="1695450"/>
            <a:ext cx="3895725" cy="3467100"/>
          </a:xfrm>
          <a:prstGeom prst="rect">
            <a:avLst/>
          </a:prstGeom>
          <a:noFill/>
          <a:ln>
            <a:noFill/>
          </a:ln>
        </p:spPr>
      </p:pic>
    </p:spTree>
    <p:extLst>
      <p:ext uri="{BB962C8B-B14F-4D97-AF65-F5344CB8AC3E}">
        <p14:creationId xmlns:p14="http://schemas.microsoft.com/office/powerpoint/2010/main" val="3248400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FA650-15BD-4531-8617-D095E2E3F1C1}"/>
              </a:ext>
            </a:extLst>
          </p:cNvPr>
          <p:cNvSpPr>
            <a:spLocks noGrp="1"/>
          </p:cNvSpPr>
          <p:nvPr>
            <p:ph type="title"/>
          </p:nvPr>
        </p:nvSpPr>
        <p:spPr>
          <a:xfrm>
            <a:off x="457200" y="0"/>
            <a:ext cx="8229600" cy="1371600"/>
          </a:xfrm>
        </p:spPr>
        <p:txBody>
          <a:bodyPr/>
          <a:lstStyle/>
          <a:p>
            <a:pPr>
              <a:defRPr/>
            </a:pPr>
            <a:r>
              <a:rPr lang="en-US" dirty="0"/>
              <a:t>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E040C945-BC6D-497A-8D33-74C13D6943B7}"/>
              </a:ext>
            </a:extLst>
          </p:cNvPr>
          <p:cNvSpPr>
            <a:spLocks noGrp="1" noChangeArrowheads="1"/>
          </p:cNvSpPr>
          <p:nvPr>
            <p:ph type="title"/>
          </p:nvPr>
        </p:nvSpPr>
        <p:spPr/>
        <p:txBody>
          <a:bodyPr/>
          <a:lstStyle/>
          <a:p>
            <a:pPr eaLnBrk="1" hangingPunct="1">
              <a:defRPr/>
            </a:pPr>
            <a:r>
              <a:rPr lang="en-US"/>
              <a:t>Tools</a:t>
            </a:r>
          </a:p>
        </p:txBody>
      </p:sp>
      <p:sp>
        <p:nvSpPr>
          <p:cNvPr id="65539" name="Rectangle 3">
            <a:extLst>
              <a:ext uri="{FF2B5EF4-FFF2-40B4-BE49-F238E27FC236}">
                <a16:creationId xmlns:a16="http://schemas.microsoft.com/office/drawing/2014/main" id="{1BD81FCC-C41D-488B-8917-74D90493EBC4}"/>
              </a:ext>
            </a:extLst>
          </p:cNvPr>
          <p:cNvSpPr>
            <a:spLocks noGrp="1" noChangeArrowheads="1"/>
          </p:cNvSpPr>
          <p:nvPr>
            <p:ph type="body" idx="1"/>
          </p:nvPr>
        </p:nvSpPr>
        <p:spPr>
          <a:xfrm>
            <a:off x="457200" y="1981200"/>
            <a:ext cx="8229600" cy="2286000"/>
          </a:xfrm>
        </p:spPr>
        <p:txBody>
          <a:bodyPr/>
          <a:lstStyle/>
          <a:p>
            <a:pPr eaLnBrk="1" hangingPunct="1">
              <a:defRPr/>
            </a:pPr>
            <a:r>
              <a:rPr lang="en-US" dirty="0" err="1" smtClean="0"/>
              <a:t>Xampp</a:t>
            </a:r>
            <a:endParaRPr lang="en-US" dirty="0" smtClean="0"/>
          </a:p>
          <a:p>
            <a:pPr eaLnBrk="1" hangingPunct="1">
              <a:defRPr/>
            </a:pPr>
            <a:r>
              <a:rPr lang="en-US" dirty="0" smtClean="0"/>
              <a:t>Sublime</a:t>
            </a:r>
          </a:p>
          <a:p>
            <a:pPr eaLnBrk="1" hangingPunct="1">
              <a:defRPr/>
            </a:pPr>
            <a:r>
              <a:rPr lang="en-US" dirty="0" smtClean="0"/>
              <a:t>Chrome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F529A-317E-4D9C-9F3C-4493858B0204}"/>
              </a:ext>
            </a:extLst>
          </p:cNvPr>
          <p:cNvSpPr>
            <a:spLocks noGrp="1"/>
          </p:cNvSpPr>
          <p:nvPr>
            <p:ph idx="4294967295"/>
          </p:nvPr>
        </p:nvSpPr>
        <p:spPr>
          <a:xfrm>
            <a:off x="304800" y="2514600"/>
            <a:ext cx="8229600" cy="4114800"/>
          </a:xfrm>
        </p:spPr>
        <p:txBody>
          <a:bodyPr/>
          <a:lstStyle/>
          <a:p>
            <a:pPr marL="0" indent="0" algn="ctr">
              <a:buFont typeface="Wingdings" panose="05000000000000000000" pitchFamily="2" charset="2"/>
              <a:buNone/>
              <a:defRPr/>
            </a:pPr>
            <a:r>
              <a:rPr lang="en-US" sz="7200" b="1" dirty="0"/>
              <a:t>Thank you </a:t>
            </a:r>
          </a:p>
        </p:txBody>
      </p:sp>
    </p:spTree>
  </p:cSld>
  <p:clrMapOvr>
    <a:masterClrMapping/>
  </p:clrMapOvr>
</p:sld>
</file>

<file path=ppt/theme/theme1.xml><?xml version="1.0" encoding="utf-8"?>
<a:theme xmlns:a="http://schemas.openxmlformats.org/drawingml/2006/main" name="Textured">
  <a:themeElements>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e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charset="0"/>
          </a:defRPr>
        </a:defPPr>
      </a:lstStyle>
    </a:lnDef>
  </a:objectDefaults>
  <a:extraClrSchemeLst>
    <a:extraClrScheme>
      <a:clrScheme name="Textured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ed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ed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ed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ed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ed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ed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Textured</Template>
  <TotalTime>304</TotalTime>
  <Words>172</Words>
  <Application>Microsoft Office PowerPoint</Application>
  <PresentationFormat>On-screen Show (4:3)</PresentationFormat>
  <Paragraphs>22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Tahoma</vt:lpstr>
      <vt:lpstr>Wingdings</vt:lpstr>
      <vt:lpstr>Textured</vt:lpstr>
      <vt:lpstr>PowerPoint Presentation</vt:lpstr>
      <vt:lpstr>Virtual University Campus Event Management System (VUCEMS) </vt:lpstr>
      <vt:lpstr>Introduction</vt:lpstr>
      <vt:lpstr>INTRODUCTION OF PROJECT</vt:lpstr>
      <vt:lpstr>Project Schedule</vt:lpstr>
      <vt:lpstr>Use Case Diagram</vt:lpstr>
      <vt:lpstr>Entity-Relationship Diagram</vt:lpstr>
      <vt:lpstr>Relational Schema</vt:lpstr>
      <vt:lpstr>User Interfaces</vt:lpstr>
      <vt:lpstr>User Interfaces</vt:lpstr>
      <vt:lpstr>Results</vt:lpstr>
      <vt:lpstr>Tools</vt:lpstr>
      <vt:lpstr>PowerPoint Presentation</vt:lpstr>
    </vt:vector>
  </TitlesOfParts>
  <Company>VU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 us Play Chess Online</dc:title>
  <dc:creator>Dev by;Arslan Asghar</dc:creator>
  <cp:keywords>03032046086</cp:keywords>
  <cp:lastModifiedBy>Arslan Asghar</cp:lastModifiedBy>
  <cp:revision>119</cp:revision>
  <dcterms:created xsi:type="dcterms:W3CDTF">2007-02-24T01:41:18Z</dcterms:created>
  <dcterms:modified xsi:type="dcterms:W3CDTF">2026-02-24T17:37:51Z</dcterms:modified>
</cp:coreProperties>
</file>